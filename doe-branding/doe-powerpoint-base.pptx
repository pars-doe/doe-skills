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6" r:id="rId4"/>
  </p:sldMasterIdLst>
  <p:notesMasterIdLst>
    <p:notesMasterId r:id="rId12"/>
  </p:notesMasterIdLst>
  <p:handoutMasterIdLst>
    <p:handoutMasterId r:id="rId13"/>
  </p:handoutMasterIdLst>
  <p:sldIdLst/>
  <p:sldSz cx="12192000" cy="6858000"/>
  <p:notesSz cx="7010400" cy="92964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charset="0"/>
        <a:ea typeface="ヒラギノ角ゴ Pro W3" charset="-128"/>
        <a:cs typeface="ヒラギノ角ゴ Pro W3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 userDrawn="1">
          <p15:clr>
            <a:srgbClr val="A4A3A4"/>
          </p15:clr>
        </p15:guide>
        <p15:guide id="2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brace" initials="k" lastIdx="7" clrIdx="0"/>
  <p:cmAuthor id="1" name="Fernandez, Ted [USA]" initials="FT[" lastIdx="1" clrIdx="1"/>
  <p:cmAuthor id="2" name="Penny.Mefford" initials="PLM" lastIdx="3" clrIdx="2"/>
  <p:cmAuthor id="3" name="johnsc" initials="csj" lastIdx="2" clrIdx="3"/>
  <p:cmAuthor id="4" name="Jenkins, Daniel (CONTR)" initials="JD(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1130"/>
    <a:srgbClr val="293340"/>
    <a:srgbClr val="213E9A"/>
    <a:srgbClr val="19204C"/>
    <a:srgbClr val="FEF5E8"/>
    <a:srgbClr val="595959"/>
    <a:srgbClr val="77933C"/>
    <a:srgbClr val="4F81BD"/>
    <a:srgbClr val="4E6128"/>
    <a:srgbClr val="94B2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33" autoAdjust="0"/>
    <p:restoredTop sz="94692" autoAdjust="0"/>
  </p:normalViewPr>
  <p:slideViewPr>
    <p:cSldViewPr snapToObjects="1">
      <p:cViewPr varScale="1">
        <p:scale>
          <a:sx n="127" d="100"/>
          <a:sy n="127" d="100"/>
        </p:scale>
        <p:origin x="352" y="192"/>
      </p:cViewPr>
      <p:guideLst>
        <p:guide orient="horz" pos="2160"/>
        <p:guide pos="256"/>
      </p:guideLst>
    </p:cSldViewPr>
  </p:slideViewPr>
  <p:outlineViewPr>
    <p:cViewPr>
      <p:scale>
        <a:sx n="33" d="100"/>
        <a:sy n="33" d="100"/>
      </p:scale>
      <p:origin x="18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8418"/>
    </p:cViewPr>
  </p:sorterViewPr>
  <p:notesViewPr>
    <p:cSldViewPr snapToObjects="1">
      <p:cViewPr varScale="1">
        <p:scale>
          <a:sx n="118" d="100"/>
          <a:sy n="118" d="100"/>
        </p:scale>
        <p:origin x="4336" y="216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commentAuthors" Target="commentAuthors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DF602F7B-3C60-0340-8F65-5D706F0CD99D}" type="datetime1">
              <a:rPr lang="en-US"/>
              <a:pPr>
                <a:defRPr/>
              </a:pPr>
              <a:t>2/10/25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C90FB65A-D16E-9F49-BD9B-8D220ECCC78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10717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51A9E42-4B87-E94B-8E06-D88E87E2D8B6}" type="datetime1">
              <a:rPr lang="en-US"/>
              <a:pPr>
                <a:defRPr/>
              </a:pPr>
              <a:t>2/10/25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830" tIns="46415" rIns="92830" bIns="46415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1"/>
            <a:ext cx="5608320" cy="4183380"/>
          </a:xfrm>
          <a:prstGeom prst="rect">
            <a:avLst/>
          </a:prstGeom>
        </p:spPr>
        <p:txBody>
          <a:bodyPr vert="horz" lIns="92830" tIns="46415" rIns="92830" bIns="46415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6"/>
            <a:ext cx="3037840" cy="464820"/>
          </a:xfrm>
          <a:prstGeom prst="rect">
            <a:avLst/>
          </a:prstGeom>
        </p:spPr>
        <p:txBody>
          <a:bodyPr vert="horz" lIns="92830" tIns="46415" rIns="92830" bIns="46415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62188366-2947-D844-B46D-D483AF8F9817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81589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ヒラギノ角ゴ Pro W3" charset="-128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ヒラギノ角ゴ Pro W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1468430"/>
          </a:xfrm>
          <a:prstGeom prst="rect">
            <a:avLst/>
          </a:prstGeom>
        </p:spPr>
        <p:txBody>
          <a:bodyPr anchor="b"/>
          <a:lstStyle>
            <a:lvl1pPr algn="ctr">
              <a:defRPr sz="4500" b="1" i="0">
                <a:solidFill>
                  <a:srgbClr val="0E1130"/>
                </a:solidFill>
                <a:latin typeface="STIX Two Text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124211"/>
            <a:ext cx="9144000" cy="213358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29334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EFCF92-EBE6-32A1-D990-38D7E6F22D4E}"/>
              </a:ext>
            </a:extLst>
          </p:cNvPr>
          <p:cNvSpPr/>
          <p:nvPr userDrawn="1"/>
        </p:nvSpPr>
        <p:spPr>
          <a:xfrm>
            <a:off x="-30480" y="5741239"/>
            <a:ext cx="12252960" cy="1192956"/>
          </a:xfrm>
          <a:prstGeom prst="rect">
            <a:avLst/>
          </a:prstGeom>
          <a:solidFill>
            <a:srgbClr val="0E113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Line 2">
            <a:extLst>
              <a:ext uri="{FF2B5EF4-FFF2-40B4-BE49-F238E27FC236}">
                <a16:creationId xmlns:a16="http://schemas.microsoft.com/office/drawing/2014/main" id="{05E38AC4-98C1-815B-7629-81B62C5926C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1524000" y="2895600"/>
            <a:ext cx="9144000" cy="0"/>
          </a:xfrm>
          <a:prstGeom prst="line">
            <a:avLst/>
          </a:prstGeom>
          <a:noFill/>
          <a:ln w="12700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13" name="Line 2">
            <a:extLst>
              <a:ext uri="{FF2B5EF4-FFF2-40B4-BE49-F238E27FC236}">
                <a16:creationId xmlns:a16="http://schemas.microsoft.com/office/drawing/2014/main" id="{AED6D91E-DE09-E4DD-FFE1-FE3558F5475E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30480" y="5741239"/>
            <a:ext cx="12252960" cy="0"/>
          </a:xfrm>
          <a:prstGeom prst="line">
            <a:avLst/>
          </a:prstGeom>
          <a:noFill/>
          <a:ln w="85725">
            <a:solidFill>
              <a:srgbClr val="213E9A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D551BE-F105-63E5-4C06-8E1FB4F517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372600" y="5905827"/>
            <a:ext cx="2428194" cy="913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481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31AE54-B5A4-3758-D0DB-69AFAAD6AB7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Line 2">
            <a:extLst>
              <a:ext uri="{FF2B5EF4-FFF2-40B4-BE49-F238E27FC236}">
                <a16:creationId xmlns:a16="http://schemas.microsoft.com/office/drawing/2014/main" id="{AAB36105-C5D0-246E-1CE9-223BB52DAB62}"/>
              </a:ext>
            </a:extLst>
          </p:cNvPr>
          <p:cNvSpPr>
            <a:spLocks noChangeAspect="1" noChangeShapeType="1"/>
          </p:cNvSpPr>
          <p:nvPr userDrawn="1"/>
        </p:nvSpPr>
        <p:spPr bwMode="auto">
          <a:xfrm>
            <a:off x="-30480" y="5715001"/>
            <a:ext cx="1225296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  <p:pic>
        <p:nvPicPr>
          <p:cNvPr id="11" name="Picture 10" descr="Logo, company name&#10;&#10;AI-generated content may be incorrect.">
            <a:extLst>
              <a:ext uri="{FF2B5EF4-FFF2-40B4-BE49-F238E27FC236}">
                <a16:creationId xmlns:a16="http://schemas.microsoft.com/office/drawing/2014/main" id="{5673F01B-A89A-1F0D-EF4E-8EF5231408F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072551" y="381002"/>
            <a:ext cx="8046898" cy="4724398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D945621-D360-691F-1F4B-404E0B9C79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5867401"/>
            <a:ext cx="12192000" cy="990599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19204C"/>
                </a:solidFill>
                <a:latin typeface="STIX Two Text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8027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Bar and Heavy Bulle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09D2714-32F1-2C75-6C7B-6B85ACA64B95}"/>
              </a:ext>
            </a:extLst>
          </p:cNvPr>
          <p:cNvSpPr/>
          <p:nvPr userDrawn="1"/>
        </p:nvSpPr>
        <p:spPr>
          <a:xfrm>
            <a:off x="-30480" y="0"/>
            <a:ext cx="12252960" cy="1139952"/>
          </a:xfrm>
          <a:prstGeom prst="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Line 2">
            <a:extLst>
              <a:ext uri="{FF2B5EF4-FFF2-40B4-BE49-F238E27FC236}">
                <a16:creationId xmlns:a16="http://schemas.microsoft.com/office/drawing/2014/main" id="{C416BF7B-F06A-A578-776E-3959D80B723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30480" y="1139952"/>
            <a:ext cx="12252960" cy="0"/>
          </a:xfrm>
          <a:prstGeom prst="line">
            <a:avLst/>
          </a:prstGeom>
          <a:noFill/>
          <a:ln w="85725">
            <a:solidFill>
              <a:srgbClr val="213E9A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A8E532BE-093B-B577-CA70-D67C8F555A80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30480" y="6248400"/>
            <a:ext cx="12252960" cy="1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6858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3200" b="1" i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2"/>
          </p:nvPr>
        </p:nvSpPr>
        <p:spPr>
          <a:xfrm>
            <a:off x="406400" y="1447800"/>
            <a:ext cx="11379200" cy="4876800"/>
          </a:xfrm>
          <a:prstGeom prst="rect">
            <a:avLst/>
          </a:prstGeom>
        </p:spPr>
        <p:txBody>
          <a:bodyPr vert="horz" lIns="0" tIns="0" rIns="0" bIns="0"/>
          <a:lstStyle>
            <a:lvl1pPr>
              <a:buClr>
                <a:srgbClr val="213E9A"/>
              </a:buClr>
              <a:defRPr sz="2400"/>
            </a:lvl1pPr>
            <a:lvl2pPr>
              <a:buClr>
                <a:srgbClr val="213E9A"/>
              </a:buClr>
              <a:defRPr sz="2000"/>
            </a:lvl2pPr>
            <a:lvl3pPr>
              <a:buClr>
                <a:srgbClr val="213E9A"/>
              </a:buClr>
              <a:defRPr sz="1800"/>
            </a:lvl3pPr>
            <a:lvl4pPr>
              <a:buClr>
                <a:srgbClr val="213E9A"/>
              </a:buClr>
              <a:defRPr sz="1600"/>
            </a:lvl4pPr>
            <a:lvl5pPr>
              <a:buClr>
                <a:srgbClr val="213E9A"/>
              </a:buCl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6" name="Picture 5" descr="Logo&#10;&#10;AI-generated content may be incorrect.">
            <a:extLst>
              <a:ext uri="{FF2B5EF4-FFF2-40B4-BE49-F238E27FC236}">
                <a16:creationId xmlns:a16="http://schemas.microsoft.com/office/drawing/2014/main" id="{4A32A62A-B62C-F6AC-0BAA-67E044C98A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04678" y="6019800"/>
            <a:ext cx="2834922" cy="1066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Bulle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7EADAE-8594-EC72-DE2A-4885274AA11B}"/>
              </a:ext>
            </a:extLst>
          </p:cNvPr>
          <p:cNvSpPr/>
          <p:nvPr userDrawn="1"/>
        </p:nvSpPr>
        <p:spPr>
          <a:xfrm>
            <a:off x="-30480" y="0"/>
            <a:ext cx="12252960" cy="1139952"/>
          </a:xfrm>
          <a:prstGeom prst="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Line 2">
            <a:extLst>
              <a:ext uri="{FF2B5EF4-FFF2-40B4-BE49-F238E27FC236}">
                <a16:creationId xmlns:a16="http://schemas.microsoft.com/office/drawing/2014/main" id="{C7E97753-7AE7-61CD-C28E-CC4B727FC36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-30480" y="1139952"/>
            <a:ext cx="12252960" cy="0"/>
          </a:xfrm>
          <a:prstGeom prst="line">
            <a:avLst/>
          </a:prstGeom>
          <a:noFill/>
          <a:ln w="85725">
            <a:solidFill>
              <a:srgbClr val="213E9A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6400" y="1371601"/>
            <a:ext cx="5181600" cy="4754563"/>
          </a:xfrm>
          <a:prstGeom prst="rect">
            <a:avLst/>
          </a:prstGeom>
        </p:spPr>
        <p:txBody>
          <a:bodyPr lIns="0" tIns="0" rIns="0" bIns="0"/>
          <a:lstStyle>
            <a:lvl1pPr marL="287338" marR="0" indent="-2873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/>
              <a:buChar char="•"/>
              <a:tabLst/>
              <a:defRPr sz="2600"/>
            </a:lvl1pPr>
            <a:lvl2pPr marL="576263" marR="0" indent="-2889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/>
              <a:buChar char="•"/>
              <a:tabLst/>
              <a:defRPr sz="2300"/>
            </a:lvl2pPr>
            <a:lvl3pPr marL="804863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/>
              <a:buChar char="•"/>
              <a:tabLst/>
              <a:defRPr sz="2000"/>
            </a:lvl3pPr>
            <a:lvl4pPr marL="1033463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/>
              <a:buChar char="•"/>
              <a:tabLst/>
              <a:defRPr sz="1800"/>
            </a:lvl4pPr>
            <a:lvl5pPr marL="1262063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/>
              <a:buChar char="•"/>
              <a:tabLst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2"/>
          </p:nvPr>
        </p:nvSpPr>
        <p:spPr>
          <a:xfrm>
            <a:off x="6604000" y="1371601"/>
            <a:ext cx="5181600" cy="4754563"/>
          </a:xfrm>
          <a:prstGeom prst="rect">
            <a:avLst/>
          </a:prstGeom>
        </p:spPr>
        <p:txBody>
          <a:bodyPr lIns="0" tIns="0" rIns="0" bIns="0"/>
          <a:lstStyle>
            <a:lvl1pPr marL="287338" marR="0" indent="-287338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/>
              <a:buChar char="•"/>
              <a:tabLst/>
              <a:defRPr sz="2600"/>
            </a:lvl1pPr>
            <a:lvl2pPr marL="576263" marR="0" indent="-288925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/>
              <a:buChar char="•"/>
              <a:tabLst/>
              <a:defRPr sz="2300"/>
            </a:lvl2pPr>
            <a:lvl3pPr marL="804863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/>
              <a:buChar char="•"/>
              <a:tabLst/>
              <a:defRPr sz="2000"/>
            </a:lvl3pPr>
            <a:lvl4pPr marL="1033463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/>
              <a:buChar char="•"/>
              <a:tabLst/>
              <a:defRPr sz="1800"/>
            </a:lvl4pPr>
            <a:lvl5pPr marL="1262063" marR="0" indent="-2286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SzTx/>
              <a:buFont typeface="Arial"/>
              <a:buChar char="•"/>
              <a:tabLst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6" name="Line 2">
            <a:extLst>
              <a:ext uri="{FF2B5EF4-FFF2-40B4-BE49-F238E27FC236}">
                <a16:creationId xmlns:a16="http://schemas.microsoft.com/office/drawing/2014/main" id="{ADD3603B-CE0D-5A82-2851-F47C38B2B77D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30480" y="6248400"/>
            <a:ext cx="12252960" cy="1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  <p:pic>
        <p:nvPicPr>
          <p:cNvPr id="14" name="Picture 13" descr="Logo&#10;&#10;AI-generated content may be incorrect.">
            <a:extLst>
              <a:ext uri="{FF2B5EF4-FFF2-40B4-BE49-F238E27FC236}">
                <a16:creationId xmlns:a16="http://schemas.microsoft.com/office/drawing/2014/main" id="{84D093E5-8B0D-CA3E-E3BB-99AD8422F1E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204678" y="6019800"/>
            <a:ext cx="2834922" cy="1066800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0C99B006-F632-9E65-CB2A-F169604E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378378"/>
            <a:ext cx="8705513" cy="68580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3200" b="1" i="1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5803"/>
            <a:ext cx="10515600" cy="1004887"/>
          </a:xfrm>
          <a:prstGeom prst="rect">
            <a:avLst/>
          </a:prstGeom>
        </p:spPr>
        <p:txBody>
          <a:bodyPr/>
          <a:lstStyle>
            <a:lvl1pPr>
              <a:defRPr b="1" i="1">
                <a:solidFill>
                  <a:srgbClr val="213E9A"/>
                </a:solidFill>
                <a:latin typeface="STIX Two Text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B5CFAD7-C818-4EF3-96A7-ADFC671769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220200" y="6019800"/>
            <a:ext cx="2834922" cy="1066799"/>
          </a:xfrm>
          <a:prstGeom prst="rect">
            <a:avLst/>
          </a:prstGeom>
        </p:spPr>
      </p:pic>
      <p:sp>
        <p:nvSpPr>
          <p:cNvPr id="5" name="Line 2">
            <a:extLst>
              <a:ext uri="{FF2B5EF4-FFF2-40B4-BE49-F238E27FC236}">
                <a16:creationId xmlns:a16="http://schemas.microsoft.com/office/drawing/2014/main" id="{16C30DFB-D6A0-6EC3-CE96-283AB94DBF35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30480" y="6248400"/>
            <a:ext cx="12252960" cy="1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3442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4500" b="1" i="1">
                <a:solidFill>
                  <a:srgbClr val="213E9A"/>
                </a:solidFill>
                <a:latin typeface="STIX Two Text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>
                <a:solidFill>
                  <a:srgbClr val="293340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BB84424-0633-27DC-4907-DE6BFA0159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220200" y="6019800"/>
            <a:ext cx="2834922" cy="1066799"/>
          </a:xfrm>
          <a:prstGeom prst="rect">
            <a:avLst/>
          </a:prstGeom>
        </p:spPr>
      </p:pic>
      <p:sp>
        <p:nvSpPr>
          <p:cNvPr id="4" name="Line 2">
            <a:extLst>
              <a:ext uri="{FF2B5EF4-FFF2-40B4-BE49-F238E27FC236}">
                <a16:creationId xmlns:a16="http://schemas.microsoft.com/office/drawing/2014/main" id="{E5EC7BA6-D672-B8C9-9175-950211E07275}"/>
              </a:ext>
            </a:extLst>
          </p:cNvPr>
          <p:cNvSpPr>
            <a:spLocks noChangeShapeType="1"/>
          </p:cNvSpPr>
          <p:nvPr userDrawn="1"/>
        </p:nvSpPr>
        <p:spPr bwMode="auto">
          <a:xfrm flipV="1">
            <a:off x="-30480" y="6248400"/>
            <a:ext cx="12252960" cy="1"/>
          </a:xfrm>
          <a:prstGeom prst="line">
            <a:avLst/>
          </a:prstGeom>
          <a:noFill/>
          <a:ln w="12700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4176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31AE54-B5A4-3758-D0DB-69AFAAD6AB7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1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Line 2">
            <a:extLst>
              <a:ext uri="{FF2B5EF4-FFF2-40B4-BE49-F238E27FC236}">
                <a16:creationId xmlns:a16="http://schemas.microsoft.com/office/drawing/2014/main" id="{AAB36105-C5D0-246E-1CE9-223BB52DAB62}"/>
              </a:ext>
            </a:extLst>
          </p:cNvPr>
          <p:cNvSpPr>
            <a:spLocks noChangeAspect="1" noChangeShapeType="1"/>
          </p:cNvSpPr>
          <p:nvPr userDrawn="1"/>
        </p:nvSpPr>
        <p:spPr bwMode="auto">
          <a:xfrm>
            <a:off x="-38100" y="5715001"/>
            <a:ext cx="12268200" cy="0"/>
          </a:xfrm>
          <a:prstGeom prst="line">
            <a:avLst/>
          </a:prstGeom>
          <a:noFill/>
          <a:ln w="12700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</p:spPr>
        <p:txBody>
          <a:bodyPr>
            <a:prstTxWarp prst="textNoShape">
              <a:avLst/>
            </a:prstTxWarp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latin typeface="+mn-lt"/>
              <a:ea typeface="+mn-ea"/>
              <a:cs typeface="+mn-cs"/>
            </a:endParaRPr>
          </a:p>
        </p:txBody>
      </p:sp>
      <p:pic>
        <p:nvPicPr>
          <p:cNvPr id="2" name="Picture 1" descr="Text&#10;&#10;AI-generated content may be incorrect.">
            <a:extLst>
              <a:ext uri="{FF2B5EF4-FFF2-40B4-BE49-F238E27FC236}">
                <a16:creationId xmlns:a16="http://schemas.microsoft.com/office/drawing/2014/main" id="{B8BBB60C-10C0-3540-4CD4-A2A1937DFB7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147989" y="1753075"/>
            <a:ext cx="7896022" cy="2971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3568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6477000"/>
            <a:ext cx="121920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477001"/>
            <a:ext cx="3048000" cy="244475"/>
          </a:xfrm>
          <a:prstGeom prst="rect">
            <a:avLst/>
          </a:prstGeom>
        </p:spPr>
        <p:txBody>
          <a:bodyPr lIns="0" tIns="0" rIns="0" bIns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900" smtClean="0">
                <a:solidFill>
                  <a:schemeClr val="bg1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00230B3-7374-E847-8B17-66836C494C76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30" r:id="rId2"/>
    <p:sldLayoutId id="2147483705" r:id="rId3"/>
    <p:sldLayoutId id="2147483715" r:id="rId4"/>
    <p:sldLayoutId id="2147483727" r:id="rId5"/>
    <p:sldLayoutId id="2147483731" r:id="rId6"/>
    <p:sldLayoutId id="2147483732" r:id="rId7"/>
  </p:sldLayoutIdLst>
  <p:hf hdr="0" ftr="0" dt="0"/>
  <p:txStyles>
    <p:titleStyle>
      <a:lvl1pPr algn="l" defTabSz="457200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ヒラギノ角ゴ Pro W3" charset="-128"/>
          <a:cs typeface="ヒラギノ角ゴ Pro W3" charset="-128"/>
        </a:defRPr>
      </a:lvl1pPr>
      <a:lvl2pPr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rial" charset="0"/>
          <a:ea typeface="ヒラギノ角ゴ Pro W3" charset="-128"/>
          <a:cs typeface="ヒラギノ角ゴ Pro W3" charset="-128"/>
        </a:defRPr>
      </a:lvl2pPr>
      <a:lvl3pPr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rial" charset="0"/>
          <a:ea typeface="ヒラギノ角ゴ Pro W3" charset="-128"/>
          <a:cs typeface="ヒラギノ角ゴ Pro W3" charset="-128"/>
        </a:defRPr>
      </a:lvl3pPr>
      <a:lvl4pPr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rial" charset="0"/>
          <a:ea typeface="ヒラギノ角ゴ Pro W3" charset="-128"/>
          <a:cs typeface="ヒラギノ角ゴ Pro W3" charset="-128"/>
        </a:defRPr>
      </a:lvl4pPr>
      <a:lvl5pPr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rial" charset="0"/>
          <a:ea typeface="ヒラギノ角ゴ Pro W3" charset="-128"/>
          <a:cs typeface="ヒラギノ角ゴ Pro W3" charset="-128"/>
        </a:defRPr>
      </a:lvl5pPr>
      <a:lvl6pPr marL="4572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rial" charset="0"/>
          <a:ea typeface="ヒラギノ角ゴ Pro W3" charset="-128"/>
          <a:cs typeface="ヒラギノ角ゴ Pro W3" charset="-128"/>
        </a:defRPr>
      </a:lvl6pPr>
      <a:lvl7pPr marL="9144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rial" charset="0"/>
          <a:ea typeface="ヒラギノ角ゴ Pro W3" charset="-128"/>
          <a:cs typeface="ヒラギノ角ゴ Pro W3" charset="-128"/>
        </a:defRPr>
      </a:lvl7pPr>
      <a:lvl8pPr marL="13716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rial" charset="0"/>
          <a:ea typeface="ヒラギノ角ゴ Pro W3" charset="-128"/>
          <a:cs typeface="ヒラギノ角ゴ Pro W3" charset="-128"/>
        </a:defRPr>
      </a:lvl8pPr>
      <a:lvl9pPr marL="1828800" algn="l" defTabSz="457200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Arial" charset="0"/>
          <a:ea typeface="ヒラギノ角ゴ Pro W3" charset="-128"/>
          <a:cs typeface="ヒラギノ角ゴ Pro W3" charset="-128"/>
        </a:defRPr>
      </a:lvl9pPr>
    </p:titleStyle>
    <p:bodyStyle>
      <a:lvl1pPr marL="287338" indent="-287338" algn="l" defTabSz="457200" rtl="0" eaLnBrk="1" fontAlgn="base" hangingPunct="1">
        <a:spcBef>
          <a:spcPct val="0"/>
        </a:spcBef>
        <a:spcAft>
          <a:spcPts val="1200"/>
        </a:spcAft>
        <a:buClr>
          <a:schemeClr val="accent1"/>
        </a:buClr>
        <a:buFont typeface="Arial" charset="0"/>
        <a:buChar char="•"/>
        <a:defRPr sz="2600" kern="1200">
          <a:solidFill>
            <a:srgbClr val="595959"/>
          </a:solidFill>
          <a:latin typeface="+mn-lt"/>
          <a:ea typeface="ヒラギノ角ゴ Pro W3" charset="-128"/>
          <a:cs typeface="ヒラギノ角ゴ Pro W3" charset="-128"/>
        </a:defRPr>
      </a:lvl1pPr>
      <a:lvl2pPr marL="576263" indent="-288925" algn="l" defTabSz="457200" rtl="0" eaLnBrk="1" fontAlgn="base" hangingPunct="1">
        <a:spcBef>
          <a:spcPct val="0"/>
        </a:spcBef>
        <a:spcAft>
          <a:spcPts val="1200"/>
        </a:spcAft>
        <a:buClr>
          <a:schemeClr val="accent1"/>
        </a:buClr>
        <a:buFont typeface="Arial"/>
        <a:buChar char="•"/>
        <a:defRPr sz="2400" kern="1200">
          <a:solidFill>
            <a:srgbClr val="595959"/>
          </a:solidFill>
          <a:latin typeface="+mn-lt"/>
          <a:ea typeface="ヒラギノ角ゴ Pro W3" charset="-128"/>
          <a:cs typeface="+mn-cs"/>
        </a:defRPr>
      </a:lvl2pPr>
      <a:lvl3pPr marL="855663" indent="-279400" algn="l" defTabSz="457200" rtl="0" eaLnBrk="1" fontAlgn="base" hangingPunct="1">
        <a:spcBef>
          <a:spcPct val="0"/>
        </a:spcBef>
        <a:spcAft>
          <a:spcPts val="1200"/>
        </a:spcAft>
        <a:buClr>
          <a:schemeClr val="accent1"/>
        </a:buClr>
        <a:buFont typeface="Arial" charset="0"/>
        <a:buChar char="•"/>
        <a:defRPr sz="2300" kern="1200">
          <a:solidFill>
            <a:srgbClr val="595959"/>
          </a:solidFill>
          <a:latin typeface="+mn-lt"/>
          <a:ea typeface="ヒラギノ角ゴ Pro W3" charset="-128"/>
          <a:cs typeface="+mn-cs"/>
        </a:defRPr>
      </a:lvl3pPr>
      <a:lvl4pPr marL="1143000" indent="-287338" algn="l" defTabSz="457200" rtl="0" eaLnBrk="1" fontAlgn="base" hangingPunct="1">
        <a:spcBef>
          <a:spcPct val="0"/>
        </a:spcBef>
        <a:spcAft>
          <a:spcPts val="1200"/>
        </a:spcAft>
        <a:buClr>
          <a:schemeClr val="accent1"/>
        </a:buClr>
        <a:buFont typeface="Arial"/>
        <a:buChar char="•"/>
        <a:defRPr sz="2200" kern="1200">
          <a:solidFill>
            <a:srgbClr val="595959"/>
          </a:solidFill>
          <a:latin typeface="+mn-lt"/>
          <a:ea typeface="ヒラギノ角ゴ Pro W3" charset="-128"/>
          <a:cs typeface="+mn-cs"/>
        </a:defRPr>
      </a:lvl4pPr>
      <a:lvl5pPr marL="1430338" indent="-287338" algn="l" defTabSz="457200" rtl="0" eaLnBrk="1" fontAlgn="base" hangingPunct="1">
        <a:spcBef>
          <a:spcPct val="0"/>
        </a:spcBef>
        <a:spcAft>
          <a:spcPts val="1200"/>
        </a:spcAft>
        <a:buClr>
          <a:schemeClr val="accent1"/>
        </a:buClr>
        <a:buFont typeface="Arial" charset="0"/>
        <a:buChar char="•"/>
        <a:defRPr sz="2100" kern="1200">
          <a:solidFill>
            <a:srgbClr val="595959"/>
          </a:solidFill>
          <a:latin typeface="+mn-lt"/>
          <a:ea typeface="ヒラギノ角ゴ Pro W3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DOE Theme Colors">
  <a:themeElements>
    <a:clrScheme name="EITS Color Scheme">
      <a:dk1>
        <a:sysClr val="windowText" lastClr="000000"/>
      </a:dk1>
      <a:lt1>
        <a:sysClr val="window" lastClr="FFFFFF"/>
      </a:lt1>
      <a:dk2>
        <a:srgbClr val="121A1D"/>
      </a:dk2>
      <a:lt2>
        <a:srgbClr val="D2DBE0"/>
      </a:lt2>
      <a:accent1>
        <a:srgbClr val="003066"/>
      </a:accent1>
      <a:accent2>
        <a:srgbClr val="FFC416"/>
      </a:accent2>
      <a:accent3>
        <a:srgbClr val="004424"/>
      </a:accent3>
      <a:accent4>
        <a:srgbClr val="005496"/>
      </a:accent4>
      <a:accent5>
        <a:srgbClr val="90C853"/>
      </a:accent5>
      <a:accent6>
        <a:srgbClr val="466373"/>
      </a:accent6>
      <a:hlink>
        <a:srgbClr val="003279"/>
      </a:hlink>
      <a:folHlink>
        <a:srgbClr val="004BBA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>
    <lcf76f155ced4ddcb4097134ff3c332f xmlns="8f44af2e-8a38-44cf-b457-90b087550117">
      <Terms xmlns="http://schemas.microsoft.com/office/infopath/2007/PartnerControls"/>
    </lcf76f155ced4ddcb4097134ff3c332f>
    <TaxCatchAll xmlns="0a20205c-0631-4ff0-81c6-46eee12fe7e9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C76B753FD618A4DA036B54EA068B5FC" ma:contentTypeVersion="12" ma:contentTypeDescription="Create a new document." ma:contentTypeScope="" ma:versionID="b67b55cb0c81cce44521f673877e215f">
  <xsd:schema xmlns:xsd="http://www.w3.org/2001/XMLSchema" xmlns:xs="http://www.w3.org/2001/XMLSchema" xmlns:p="http://schemas.microsoft.com/office/2006/metadata/properties" xmlns:ns2="8f44af2e-8a38-44cf-b457-90b087550117" xmlns:ns3="0a20205c-0631-4ff0-81c6-46eee12fe7e9" targetNamespace="http://schemas.microsoft.com/office/2006/metadata/properties" ma:root="true" ma:fieldsID="cb443130379cc3a08e238564dccd0f9c" ns2:_="" ns3:_="">
    <xsd:import namespace="8f44af2e-8a38-44cf-b457-90b087550117"/>
    <xsd:import namespace="0a20205c-0631-4ff0-81c6-46eee12fe7e9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44af2e-8a38-44cf-b457-90b08755011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26d46bd7-4a58-4bc0-a217-7245e6e7041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0205c-0631-4ff0-81c6-46eee12fe7e9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e787a69b-bd55-4b3b-9fd4-27400d019b6d}" ma:internalName="TaxCatchAll" ma:showField="CatchAllData" ma:web="533bc841-8d6f-48bb-a458-3846c46f7c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044BF56-C799-47DE-B097-42D0AC3F8454}">
  <ds:schemaRefs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schemas.microsoft.com/office/2006/metadata/properties"/>
    <ds:schemaRef ds:uri="eda238f6-4fe3-404e-a276-e07b17d386f3"/>
    <ds:schemaRef ds:uri="http://schemas.openxmlformats.org/package/2006/metadata/core-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735F73B9-ADEF-414C-80E1-D417C6224ACF}"/>
</file>

<file path=customXml/itemProps3.xml><?xml version="1.0" encoding="utf-8"?>
<ds:datastoreItem xmlns:ds="http://schemas.openxmlformats.org/officeDocument/2006/customXml" ds:itemID="{234DC236-E05B-4765-B448-1E669F9B269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32286</TotalTime>
  <Words>0</Words>
  <Application>Microsoft Macintosh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STIX Two Text</vt:lpstr>
      <vt:lpstr>DOE Theme Colors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Booz Allen Hamilton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Tai, Jenny [USA]</dc:creator>
  <cp:lastModifiedBy>Harman, Sarah</cp:lastModifiedBy>
  <cp:revision>1762</cp:revision>
  <cp:lastPrinted>2018-02-05T23:05:47Z</cp:lastPrinted>
  <dcterms:created xsi:type="dcterms:W3CDTF">2013-06-03T19:45:25Z</dcterms:created>
  <dcterms:modified xsi:type="dcterms:W3CDTF">2025-02-10T21:56:46Z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0x010100DC76B753FD618A4DA036B54EA068B5FC</vt:lpwstr>
  </property>
</Properties>
</file>